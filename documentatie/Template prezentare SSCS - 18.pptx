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58" r:id="rId4"/>
    <p:sldId id="26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566D"/>
    <a:srgbClr val="84C441"/>
    <a:srgbClr val="F3F2F4"/>
    <a:srgbClr val="ED2223"/>
    <a:srgbClr val="4064B8"/>
    <a:srgbClr val="5CA7C6"/>
    <a:srgbClr val="E3DC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2"/>
    <p:restoredTop sz="86404"/>
  </p:normalViewPr>
  <p:slideViewPr>
    <p:cSldViewPr snapToGrid="0" snapToObjects="1">
      <p:cViewPr varScale="1">
        <p:scale>
          <a:sx n="60" d="100"/>
          <a:sy n="60" d="100"/>
        </p:scale>
        <p:origin x="84" y="8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C70F4-0E3D-4C46-AEF5-283819C1CBF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E140C2-9B72-984F-8143-6813C441F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14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E140C2-9B72-984F-8143-6813C441F2B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143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E140C2-9B72-984F-8143-6813C441F2B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574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E140C2-9B72-984F-8143-6813C441F2B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858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E140C2-9B72-984F-8143-6813C441F2B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863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779-C805-6945-AE4C-C345E022399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3E54C-CA1C-8341-B032-EC3985D73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412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779-C805-6945-AE4C-C345E022399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3E54C-CA1C-8341-B032-EC3985D73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106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779-C805-6945-AE4C-C345E022399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3E54C-CA1C-8341-B032-EC3985D73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7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779-C805-6945-AE4C-C345E022399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3E54C-CA1C-8341-B032-EC3985D73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082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779-C805-6945-AE4C-C345E022399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3E54C-CA1C-8341-B032-EC3985D73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94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779-C805-6945-AE4C-C345E022399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3E54C-CA1C-8341-B032-EC3985D73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9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779-C805-6945-AE4C-C345E022399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3E54C-CA1C-8341-B032-EC3985D73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152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779-C805-6945-AE4C-C345E022399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3E54C-CA1C-8341-B032-EC3985D73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51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779-C805-6945-AE4C-C345E022399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3E54C-CA1C-8341-B032-EC3985D73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051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779-C805-6945-AE4C-C345E022399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3E54C-CA1C-8341-B032-EC3985D73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876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779-C805-6945-AE4C-C345E022399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3E54C-CA1C-8341-B032-EC3985D73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76779-C805-6945-AE4C-C345E022399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53E54C-CA1C-8341-B032-EC3985D73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760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441" y="223195"/>
            <a:ext cx="5964404" cy="3327965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2286000" y="5503333"/>
            <a:ext cx="9906000" cy="0"/>
          </a:xfrm>
          <a:prstGeom prst="line">
            <a:avLst/>
          </a:prstGeom>
          <a:ln>
            <a:solidFill>
              <a:srgbClr val="41566D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866991" y="5503333"/>
            <a:ext cx="1419009" cy="0"/>
          </a:xfrm>
          <a:prstGeom prst="line">
            <a:avLst/>
          </a:prstGeom>
          <a:ln>
            <a:solidFill>
              <a:srgbClr val="84C4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5093CC72-9296-4BF6-B299-DD4800C1E0EA}"/>
              </a:ext>
            </a:extLst>
          </p:cNvPr>
          <p:cNvSpPr/>
          <p:nvPr/>
        </p:nvSpPr>
        <p:spPr>
          <a:xfrm>
            <a:off x="5803845" y="764504"/>
            <a:ext cx="6096000" cy="5901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600"/>
              </a:spcAft>
            </a:pPr>
            <a:r>
              <a:rPr lang="ro-RO" sz="3200" b="1" dirty="0">
                <a:solidFill>
                  <a:srgbClr val="84C44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Titlul lucrării</a:t>
            </a:r>
            <a:endParaRPr lang="en-US" sz="2800" dirty="0">
              <a:solidFill>
                <a:srgbClr val="84C441"/>
              </a:solidFill>
              <a:effectLst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456351-AE49-4E5D-AD1E-6DAA852181FF}"/>
              </a:ext>
            </a:extLst>
          </p:cNvPr>
          <p:cNvSpPr/>
          <p:nvPr/>
        </p:nvSpPr>
        <p:spPr>
          <a:xfrm>
            <a:off x="7022430" y="2906729"/>
            <a:ext cx="457332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1600" dirty="0">
                <a:solidFill>
                  <a:srgbClr val="41566D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NUME Prenume, NUME Prenume</a:t>
            </a:r>
            <a:endParaRPr lang="en-US" sz="1600" dirty="0">
              <a:solidFill>
                <a:srgbClr val="41566D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A1C813-7264-4E34-BA20-1A576F787FBA}"/>
              </a:ext>
            </a:extLst>
          </p:cNvPr>
          <p:cNvSpPr/>
          <p:nvPr/>
        </p:nvSpPr>
        <p:spPr>
          <a:xfrm>
            <a:off x="7022430" y="4327191"/>
            <a:ext cx="457332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41566D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Coordonator</a:t>
            </a:r>
            <a:r>
              <a:rPr lang="en-US" sz="1600" dirty="0">
                <a:solidFill>
                  <a:srgbClr val="41566D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41566D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stiintific</a:t>
            </a:r>
            <a:r>
              <a:rPr lang="en-US" sz="1600" dirty="0">
                <a:solidFill>
                  <a:srgbClr val="41566D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: </a:t>
            </a:r>
            <a:r>
              <a:rPr lang="ro-RO" sz="1600" dirty="0">
                <a:solidFill>
                  <a:srgbClr val="41566D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NUME Prenume</a:t>
            </a:r>
            <a:endParaRPr lang="en-US" sz="1600" dirty="0">
              <a:solidFill>
                <a:srgbClr val="41566D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DDBAA6-15CD-96DC-2D75-6B0B653B0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09" y="5690861"/>
            <a:ext cx="4828247" cy="794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2F6058-FCD5-5338-C1BA-33CAC375F59F}"/>
              </a:ext>
            </a:extLst>
          </p:cNvPr>
          <p:cNvSpPr txBox="1"/>
          <p:nvPr/>
        </p:nvSpPr>
        <p:spPr>
          <a:xfrm>
            <a:off x="423081" y="1144952"/>
            <a:ext cx="5512360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000" dirty="0">
                <a:solidFill>
                  <a:srgbClr val="41566D"/>
                </a:solidFill>
                <a:latin typeface="Arial Black" panose="020B0A04020102020204" pitchFamily="34" charset="0"/>
              </a:rPr>
              <a:t>A 18-A SESIUNE STUDENȚEASCĂ DE COMUNICĂRI ȘTIINȚIFICE</a:t>
            </a:r>
          </a:p>
          <a:p>
            <a:pPr algn="ctr"/>
            <a:endParaRPr lang="ro-RO" sz="2000" dirty="0">
              <a:solidFill>
                <a:srgbClr val="41566D"/>
              </a:solidFill>
              <a:latin typeface="Arial Black" panose="020B0A04020102020204" pitchFamily="34" charset="0"/>
            </a:endParaRPr>
          </a:p>
          <a:p>
            <a:pPr algn="ctr"/>
            <a:endParaRPr lang="ro-RO" sz="2000" dirty="0">
              <a:solidFill>
                <a:srgbClr val="41566D"/>
              </a:solidFill>
              <a:latin typeface="Arial Black" panose="020B0A04020102020204" pitchFamily="34" charset="0"/>
            </a:endParaRPr>
          </a:p>
          <a:p>
            <a:pPr algn="ctr"/>
            <a:r>
              <a:rPr lang="es-ES" sz="2400" dirty="0">
                <a:solidFill>
                  <a:srgbClr val="41566D"/>
                </a:solidFill>
                <a:latin typeface="Arial Black" panose="020B0A04020102020204" pitchFamily="34" charset="0"/>
              </a:rPr>
              <a:t>Profesor </a:t>
            </a:r>
            <a:r>
              <a:rPr lang="es-ES" sz="2400" dirty="0" err="1">
                <a:solidFill>
                  <a:srgbClr val="41566D"/>
                </a:solidFill>
                <a:latin typeface="Arial Black" panose="020B0A04020102020204" pitchFamily="34" charset="0"/>
              </a:rPr>
              <a:t>universitar</a:t>
            </a:r>
            <a:r>
              <a:rPr lang="es-ES" sz="2400" dirty="0">
                <a:solidFill>
                  <a:srgbClr val="41566D"/>
                </a:solidFill>
                <a:latin typeface="Arial Black" panose="020B0A04020102020204" pitchFamily="34" charset="0"/>
              </a:rPr>
              <a:t> doctor </a:t>
            </a:r>
            <a:endParaRPr lang="ro-RO" sz="2400" dirty="0">
              <a:solidFill>
                <a:srgbClr val="41566D"/>
              </a:solidFill>
              <a:latin typeface="Arial Black" panose="020B0A04020102020204" pitchFamily="34" charset="0"/>
            </a:endParaRPr>
          </a:p>
          <a:p>
            <a:pPr algn="ctr"/>
            <a:r>
              <a:rPr lang="es-ES" sz="2400" dirty="0" err="1">
                <a:solidFill>
                  <a:srgbClr val="41566D"/>
                </a:solidFill>
                <a:latin typeface="Arial Black" panose="020B0A04020102020204" pitchFamily="34" charset="0"/>
              </a:rPr>
              <a:t>Alexandru-Viorel</a:t>
            </a:r>
            <a:r>
              <a:rPr lang="es-ES" sz="2400" dirty="0">
                <a:solidFill>
                  <a:srgbClr val="41566D"/>
                </a:solidFill>
                <a:latin typeface="Arial Black" panose="020B0A04020102020204" pitchFamily="34" charset="0"/>
              </a:rPr>
              <a:t> </a:t>
            </a:r>
            <a:r>
              <a:rPr lang="es-ES" sz="2400" dirty="0" err="1">
                <a:solidFill>
                  <a:srgbClr val="41566D"/>
                </a:solidFill>
                <a:latin typeface="Arial Black" panose="020B0A04020102020204" pitchFamily="34" charset="0"/>
              </a:rPr>
              <a:t>Marinescu</a:t>
            </a:r>
            <a:endParaRPr lang="ro-RO" sz="2400" dirty="0">
              <a:solidFill>
                <a:srgbClr val="41566D"/>
              </a:solidFill>
              <a:latin typeface="Arial Black" panose="020B0A04020102020204" pitchFamily="34" charset="0"/>
            </a:endParaRPr>
          </a:p>
          <a:p>
            <a:pPr algn="ctr"/>
            <a:endParaRPr lang="ro-RO" sz="2000" dirty="0">
              <a:solidFill>
                <a:srgbClr val="41566D"/>
              </a:solidFill>
              <a:latin typeface="Arial Black" panose="020B0A04020102020204" pitchFamily="34" charset="0"/>
            </a:endParaRPr>
          </a:p>
          <a:p>
            <a:pPr algn="ctr"/>
            <a:endParaRPr lang="ro-RO" sz="2000" dirty="0">
              <a:solidFill>
                <a:srgbClr val="41566D"/>
              </a:solidFill>
              <a:latin typeface="Arial Black" panose="020B0A04020102020204" pitchFamily="34" charset="0"/>
            </a:endParaRPr>
          </a:p>
          <a:p>
            <a:pPr algn="ctr"/>
            <a:endParaRPr lang="ro-RO" sz="2000" dirty="0">
              <a:solidFill>
                <a:srgbClr val="41566D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77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 rot="21480000">
            <a:off x="-400999" y="5873657"/>
            <a:ext cx="13258800" cy="1272053"/>
          </a:xfrm>
          <a:prstGeom prst="rect">
            <a:avLst/>
          </a:prstGeom>
          <a:solidFill>
            <a:srgbClr val="F3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932778" y="363174"/>
            <a:ext cx="829588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4000" b="1" dirty="0" err="1">
                <a:solidFill>
                  <a:srgbClr val="41566D"/>
                </a:solidFill>
                <a:latin typeface="Arial" panose="020B0604020202020204" pitchFamily="34" charset="0"/>
                <a:ea typeface="Roboto Slab" charset="0"/>
                <a:cs typeface="Arial" panose="020B0604020202020204" pitchFamily="34" charset="0"/>
              </a:rPr>
              <a:t>Titlu</a:t>
            </a:r>
            <a:r>
              <a:rPr lang="en-US" sz="4000" b="1" dirty="0">
                <a:solidFill>
                  <a:srgbClr val="41566D"/>
                </a:solidFill>
                <a:latin typeface="Arial" panose="020B0604020202020204" pitchFamily="34" charset="0"/>
                <a:ea typeface="Roboto Slab" charset="0"/>
                <a:cs typeface="Arial" panose="020B0604020202020204" pitchFamily="34" charset="0"/>
              </a:rPr>
              <a:t> slide text cu </a:t>
            </a:r>
            <a:r>
              <a:rPr lang="en-US" sz="4000" b="1" dirty="0" err="1">
                <a:solidFill>
                  <a:srgbClr val="41566D"/>
                </a:solidFill>
                <a:latin typeface="Arial" panose="020B0604020202020204" pitchFamily="34" charset="0"/>
                <a:ea typeface="Roboto Slab" charset="0"/>
                <a:cs typeface="Arial" panose="020B0604020202020204" pitchFamily="34" charset="0"/>
              </a:rPr>
              <a:t>poză</a:t>
            </a:r>
            <a:endParaRPr lang="ro-RO" sz="4000" b="1" dirty="0">
              <a:solidFill>
                <a:srgbClr val="41566D"/>
              </a:solidFill>
              <a:latin typeface="Arial" panose="020B0604020202020204" pitchFamily="34" charset="0"/>
              <a:ea typeface="Roboto Slab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32778" y="1667031"/>
            <a:ext cx="6077622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Lorem ipsum dolor sit </a:t>
            </a:r>
            <a:r>
              <a:rPr lang="en-US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amet</a:t>
            </a:r>
            <a:r>
              <a:rPr lang="en-US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consectetur</a:t>
            </a:r>
            <a:r>
              <a:rPr lang="en-US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adipiscing</a:t>
            </a:r>
            <a:r>
              <a:rPr lang="en-US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elit</a:t>
            </a:r>
            <a:r>
              <a:rPr lang="en-US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. Nam at </a:t>
            </a:r>
            <a:r>
              <a:rPr lang="en-US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rutrum</a:t>
            </a:r>
            <a:r>
              <a:rPr lang="en-US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nisl</a:t>
            </a:r>
            <a:r>
              <a:rPr lang="en-US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. </a:t>
            </a:r>
            <a:r>
              <a:rPr lang="en-US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Fusce</a:t>
            </a:r>
            <a:r>
              <a:rPr lang="en-US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ac </a:t>
            </a:r>
            <a:r>
              <a:rPr lang="en-US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euismod</a:t>
            </a:r>
            <a:r>
              <a:rPr lang="en-US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elit</a:t>
            </a:r>
            <a:r>
              <a:rPr lang="en-US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. </a:t>
            </a:r>
            <a:r>
              <a:rPr lang="en-US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Etiam</a:t>
            </a:r>
            <a:r>
              <a:rPr lang="en-US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molestie</a:t>
            </a:r>
            <a:r>
              <a:rPr lang="en-US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turpis</a:t>
            </a:r>
            <a:r>
              <a:rPr lang="en-US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in </a:t>
            </a:r>
            <a:r>
              <a:rPr lang="en-US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nulla</a:t>
            </a:r>
            <a:r>
              <a:rPr lang="en-US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aliquam</a:t>
            </a:r>
            <a:r>
              <a:rPr lang="en-US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lobortis</a:t>
            </a:r>
            <a:r>
              <a:rPr lang="en-US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. </a:t>
            </a:r>
            <a:r>
              <a:rPr lang="en-US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Duis</a:t>
            </a:r>
            <a:r>
              <a:rPr lang="en-US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risus</a:t>
            </a:r>
            <a:r>
              <a:rPr lang="en-US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lacus, gravida id </a:t>
            </a:r>
            <a:r>
              <a:rPr lang="en-US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massa</a:t>
            </a:r>
            <a:r>
              <a:rPr lang="en-US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sit </a:t>
            </a:r>
            <a:r>
              <a:rPr lang="en-US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amet</a:t>
            </a:r>
            <a:r>
              <a:rPr lang="en-US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tristique</a:t>
            </a:r>
            <a:r>
              <a:rPr lang="en-US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accumsan</a:t>
            </a:r>
            <a:r>
              <a:rPr lang="en-US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massa</a:t>
            </a:r>
            <a:r>
              <a:rPr lang="en-US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63174"/>
            <a:ext cx="169333" cy="707886"/>
          </a:xfrm>
          <a:prstGeom prst="rect">
            <a:avLst/>
          </a:prstGeom>
          <a:solidFill>
            <a:srgbClr val="84C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483F4C-2720-46B4-AF57-19A13688A4AE}"/>
              </a:ext>
            </a:extLst>
          </p:cNvPr>
          <p:cNvSpPr txBox="1"/>
          <p:nvPr/>
        </p:nvSpPr>
        <p:spPr>
          <a:xfrm>
            <a:off x="467144" y="6293761"/>
            <a:ext cx="28868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>
                <a:solidFill>
                  <a:srgbClr val="41566D"/>
                </a:solidFill>
                <a:latin typeface="Arial" panose="020B0604020202020204" pitchFamily="34" charset="0"/>
                <a:ea typeface="Roboto Light" charset="0"/>
                <a:cs typeface="Arial" panose="020B0604020202020204" pitchFamily="34" charset="0"/>
              </a:rPr>
              <a:t>SSCS - 18</a:t>
            </a:r>
            <a:endParaRPr lang="en-US" sz="1400" dirty="0">
              <a:solidFill>
                <a:srgbClr val="41566D"/>
              </a:solidFill>
              <a:latin typeface="Arial" panose="020B0604020202020204" pitchFamily="34" charset="0"/>
              <a:ea typeface="Roboto Light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147CF4-BB32-04E5-8255-4CBC50FF15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1674" y="1071060"/>
            <a:ext cx="2874969" cy="297155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DDF6D5-3266-E11B-91F5-152B4A275516}"/>
              </a:ext>
            </a:extLst>
          </p:cNvPr>
          <p:cNvSpPr txBox="1"/>
          <p:nvPr/>
        </p:nvSpPr>
        <p:spPr>
          <a:xfrm>
            <a:off x="8431674" y="4042611"/>
            <a:ext cx="3328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Figura</a:t>
            </a:r>
            <a:r>
              <a:rPr lang="en-GB" b="1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1 – Louis Braille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09BD162-95F9-7C3D-12BE-0B0E96730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7727" y="5976287"/>
            <a:ext cx="4262226" cy="70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8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 rot="21480000">
            <a:off x="-400999" y="5910356"/>
            <a:ext cx="13258800" cy="1272053"/>
          </a:xfrm>
          <a:prstGeom prst="rect">
            <a:avLst/>
          </a:prstGeom>
          <a:solidFill>
            <a:srgbClr val="F3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932778" y="363174"/>
            <a:ext cx="433955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4000" b="1" dirty="0" err="1">
                <a:solidFill>
                  <a:srgbClr val="41566D"/>
                </a:solidFill>
                <a:latin typeface="Arial" panose="020B0604020202020204" pitchFamily="34" charset="0"/>
                <a:ea typeface="Roboto Slab" charset="0"/>
                <a:cs typeface="Arial" panose="020B0604020202020204" pitchFamily="34" charset="0"/>
              </a:rPr>
              <a:t>Titlu</a:t>
            </a:r>
            <a:r>
              <a:rPr lang="en-US" sz="4000" b="1" dirty="0">
                <a:solidFill>
                  <a:srgbClr val="41566D"/>
                </a:solidFill>
                <a:latin typeface="Arial" panose="020B0604020202020204" pitchFamily="34" charset="0"/>
                <a:ea typeface="Roboto Slab" charset="0"/>
                <a:cs typeface="Arial" panose="020B0604020202020204" pitchFamily="34" charset="0"/>
              </a:rPr>
              <a:t> slide text</a:t>
            </a:r>
            <a:endParaRPr lang="ro-RO" sz="4000" b="1" dirty="0">
              <a:solidFill>
                <a:srgbClr val="41566D"/>
              </a:solidFill>
              <a:latin typeface="Arial" panose="020B0604020202020204" pitchFamily="34" charset="0"/>
              <a:ea typeface="Roboto Slab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813838" y="1843944"/>
            <a:ext cx="3409841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SzPct val="100000"/>
              <a:buBlip>
                <a:blip r:embed="rId3"/>
              </a:buBlip>
            </a:pPr>
            <a:r>
              <a:rPr lang="en-US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Item </a:t>
            </a:r>
            <a:r>
              <a:rPr lang="en-US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lista</a:t>
            </a:r>
            <a:r>
              <a:rPr lang="en-US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1</a:t>
            </a:r>
          </a:p>
          <a:p>
            <a:pPr marL="285750" indent="-285750">
              <a:spcAft>
                <a:spcPts val="1200"/>
              </a:spcAft>
              <a:buSzPct val="100000"/>
              <a:buBlip>
                <a:blip r:embed="rId3"/>
              </a:buBlip>
            </a:pPr>
            <a:r>
              <a:rPr lang="en-US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Item </a:t>
            </a:r>
            <a:r>
              <a:rPr lang="en-US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lista</a:t>
            </a:r>
            <a:r>
              <a:rPr lang="en-US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2 lorem ipsum</a:t>
            </a:r>
          </a:p>
          <a:p>
            <a:pPr marL="285750" indent="-285750">
              <a:spcAft>
                <a:spcPts val="1200"/>
              </a:spcAft>
              <a:buSzPct val="100000"/>
              <a:buBlip>
                <a:blip r:embed="rId3"/>
              </a:buBlip>
            </a:pPr>
            <a:r>
              <a:rPr lang="en-US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Item </a:t>
            </a:r>
            <a:r>
              <a:rPr lang="en-US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lista</a:t>
            </a:r>
            <a:r>
              <a:rPr lang="en-US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3 lorem</a:t>
            </a:r>
          </a:p>
          <a:p>
            <a:pPr marL="285750" indent="-285750">
              <a:spcAft>
                <a:spcPts val="1200"/>
              </a:spcAft>
              <a:buSzPct val="100000"/>
              <a:buBlip>
                <a:blip r:embed="rId3"/>
              </a:buBlip>
            </a:pPr>
            <a:r>
              <a:rPr lang="en-US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Item </a:t>
            </a:r>
            <a:r>
              <a:rPr lang="en-US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lista</a:t>
            </a:r>
            <a:r>
              <a:rPr lang="en-US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4 ipsum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778" y="1667031"/>
            <a:ext cx="616105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Lorem ipsum dolor sit </a:t>
            </a:r>
            <a:r>
              <a:rPr lang="en-US" sz="2000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amet</a:t>
            </a:r>
            <a:r>
              <a:rPr lang="en-US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consectetur</a:t>
            </a:r>
            <a:r>
              <a:rPr lang="en-US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adipiscing</a:t>
            </a:r>
            <a:r>
              <a:rPr lang="en-US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elit</a:t>
            </a:r>
            <a:r>
              <a:rPr lang="en-US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. Nam at </a:t>
            </a:r>
            <a:r>
              <a:rPr lang="en-US" sz="2000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rutrum</a:t>
            </a:r>
            <a:r>
              <a:rPr lang="en-US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nisl</a:t>
            </a:r>
            <a:r>
              <a:rPr lang="en-US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. </a:t>
            </a:r>
            <a:r>
              <a:rPr lang="en-US" sz="2000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Fusce</a:t>
            </a:r>
            <a:r>
              <a:rPr lang="en-US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ac </a:t>
            </a:r>
            <a:r>
              <a:rPr lang="en-US" sz="2000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euismod</a:t>
            </a:r>
            <a:r>
              <a:rPr lang="en-US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elit</a:t>
            </a:r>
            <a:r>
              <a:rPr lang="en-US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. </a:t>
            </a:r>
            <a:r>
              <a:rPr lang="en-US" sz="2000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Etiam</a:t>
            </a:r>
            <a:r>
              <a:rPr lang="en-US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molestie</a:t>
            </a:r>
            <a:r>
              <a:rPr lang="en-US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turpis</a:t>
            </a:r>
            <a:r>
              <a:rPr lang="en-US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in </a:t>
            </a:r>
            <a:r>
              <a:rPr lang="en-US" sz="2000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nulla</a:t>
            </a:r>
            <a:r>
              <a:rPr lang="en-US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aliquam</a:t>
            </a:r>
            <a:r>
              <a:rPr lang="en-US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lobortis</a:t>
            </a:r>
            <a:r>
              <a:rPr lang="en-US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. </a:t>
            </a:r>
            <a:r>
              <a:rPr lang="en-US" sz="2000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Duis</a:t>
            </a:r>
            <a:r>
              <a:rPr lang="en-US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risus</a:t>
            </a:r>
            <a:r>
              <a:rPr lang="en-US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lacus, gravida id </a:t>
            </a:r>
            <a:r>
              <a:rPr lang="en-US" sz="2000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massa</a:t>
            </a:r>
            <a:r>
              <a:rPr lang="en-US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sit </a:t>
            </a:r>
            <a:r>
              <a:rPr lang="en-US" sz="2000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amet</a:t>
            </a:r>
            <a:r>
              <a:rPr lang="en-US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tristique</a:t>
            </a:r>
            <a:r>
              <a:rPr lang="en-US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accumsan</a:t>
            </a:r>
            <a:r>
              <a:rPr lang="en-US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massa</a:t>
            </a:r>
            <a:r>
              <a:rPr lang="en-US" sz="2000" dirty="0">
                <a:solidFill>
                  <a:srgbClr val="41566D"/>
                </a:solidFill>
                <a:latin typeface="Arial" panose="020B0604020202020204" pitchFamily="34" charset="0"/>
                <a:ea typeface="Roboto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63174"/>
            <a:ext cx="169333" cy="707886"/>
          </a:xfrm>
          <a:prstGeom prst="rect">
            <a:avLst/>
          </a:prstGeom>
          <a:solidFill>
            <a:srgbClr val="84C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FBFDE4-AC45-4480-9391-AEEAB3DEA833}"/>
              </a:ext>
            </a:extLst>
          </p:cNvPr>
          <p:cNvSpPr txBox="1"/>
          <p:nvPr/>
        </p:nvSpPr>
        <p:spPr>
          <a:xfrm>
            <a:off x="467144" y="6293761"/>
            <a:ext cx="28868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>
                <a:solidFill>
                  <a:srgbClr val="41566D"/>
                </a:solidFill>
                <a:latin typeface="Arial" panose="020B0604020202020204" pitchFamily="34" charset="0"/>
                <a:ea typeface="Roboto Light" charset="0"/>
                <a:cs typeface="Arial" panose="020B0604020202020204" pitchFamily="34" charset="0"/>
              </a:rPr>
              <a:t>SSCS - 18</a:t>
            </a:r>
            <a:endParaRPr lang="en-US" sz="1400" dirty="0">
              <a:solidFill>
                <a:srgbClr val="41566D"/>
              </a:solidFill>
              <a:latin typeface="Arial" panose="020B0604020202020204" pitchFamily="34" charset="0"/>
              <a:ea typeface="Roboto Light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48C46A-C18E-CE79-6DF4-D901282519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7727" y="5976287"/>
            <a:ext cx="4262226" cy="70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60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-1" y="3697243"/>
            <a:ext cx="1219199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6000" b="1" dirty="0" err="1">
                <a:solidFill>
                  <a:srgbClr val="41566D"/>
                </a:solidFill>
                <a:latin typeface="Arial" panose="020B0604020202020204" pitchFamily="34" charset="0"/>
                <a:ea typeface="Roboto Slab" charset="0"/>
                <a:cs typeface="Arial" panose="020B0604020202020204" pitchFamily="34" charset="0"/>
              </a:rPr>
              <a:t>Mul</a:t>
            </a:r>
            <a:r>
              <a:rPr lang="ro-RO" sz="6000" b="1" dirty="0" err="1">
                <a:solidFill>
                  <a:srgbClr val="41566D"/>
                </a:solidFill>
                <a:latin typeface="Arial" panose="020B0604020202020204" pitchFamily="34" charset="0"/>
                <a:ea typeface="Roboto Slab" charset="0"/>
                <a:cs typeface="Arial" panose="020B0604020202020204" pitchFamily="34" charset="0"/>
              </a:rPr>
              <a:t>țumesc</a:t>
            </a:r>
            <a:r>
              <a:rPr lang="en-US" sz="6000" b="1" dirty="0">
                <a:solidFill>
                  <a:srgbClr val="41566D"/>
                </a:solidFill>
                <a:latin typeface="Arial" panose="020B0604020202020204" pitchFamily="34" charset="0"/>
                <a:ea typeface="Roboto Slab" charset="0"/>
                <a:cs typeface="Arial" panose="020B0604020202020204" pitchFamily="34" charset="0"/>
              </a:rPr>
              <a:t>!</a:t>
            </a:r>
            <a:endParaRPr lang="ro-RO" sz="6000" b="1" dirty="0">
              <a:solidFill>
                <a:srgbClr val="41566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26487" y="5514202"/>
            <a:ext cx="5807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>
                <a:solidFill>
                  <a:srgbClr val="41566D"/>
                </a:solidFill>
                <a:latin typeface="Arial" panose="020B0604020202020204" pitchFamily="34" charset="0"/>
                <a:ea typeface="Roboto Light" charset="0"/>
                <a:cs typeface="Arial" panose="020B0604020202020204" pitchFamily="34" charset="0"/>
              </a:rPr>
              <a:t>A 18-A SESIUNE STUDENȚEASCĂ DE COMUNICĂRI ȘTIINȚIFICE</a:t>
            </a:r>
          </a:p>
          <a:p>
            <a:pPr algn="ctr"/>
            <a:r>
              <a:rPr lang="ro-RO" sz="1400" dirty="0">
                <a:solidFill>
                  <a:srgbClr val="41566D"/>
                </a:solidFill>
                <a:latin typeface="Arial" panose="020B0604020202020204" pitchFamily="34" charset="0"/>
                <a:ea typeface="Roboto Light" charset="0"/>
                <a:cs typeface="Arial" panose="020B0604020202020204" pitchFamily="34" charset="0"/>
              </a:rPr>
              <a:t>Ediția 2026</a:t>
            </a:r>
            <a:endParaRPr lang="en-US" sz="1400" dirty="0">
              <a:solidFill>
                <a:srgbClr val="41566D"/>
              </a:solidFill>
              <a:latin typeface="Arial" panose="020B0604020202020204" pitchFamily="34" charset="0"/>
              <a:ea typeface="Roboto Light" charset="0"/>
              <a:cs typeface="Arial" panose="020B060402020202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3335867" y="5249333"/>
            <a:ext cx="6773333" cy="0"/>
          </a:xfrm>
          <a:prstGeom prst="line">
            <a:avLst/>
          </a:prstGeom>
          <a:ln>
            <a:solidFill>
              <a:srgbClr val="41566D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916858" y="5249333"/>
            <a:ext cx="1419009" cy="0"/>
          </a:xfrm>
          <a:prstGeom prst="line">
            <a:avLst/>
          </a:prstGeom>
          <a:ln>
            <a:solidFill>
              <a:srgbClr val="84C4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098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2759</TotalTime>
  <Words>160</Words>
  <Application>Microsoft Office PowerPoint</Application>
  <PresentationFormat>Widescreen</PresentationFormat>
  <Paragraphs>27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Giorgian Neculoiu</cp:lastModifiedBy>
  <cp:revision>304</cp:revision>
  <dcterms:created xsi:type="dcterms:W3CDTF">2016-09-21T11:49:38Z</dcterms:created>
  <dcterms:modified xsi:type="dcterms:W3CDTF">2026-04-02T11:31:19Z</dcterms:modified>
</cp:coreProperties>
</file>